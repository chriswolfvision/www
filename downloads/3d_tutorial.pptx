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70" d="100"/>
          <a:sy n="170" d="100"/>
        </p:scale>
        <p:origin x="120" y="-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CC29-0A86-9BD5-2A93-52240ED96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547D1-A9F5-874F-2E5E-02EB1A41C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DF9E3-6E3A-4FC0-257D-52B172FD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C5355-596E-A55F-EE3F-171C8D65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2C443-85DE-A23E-4290-00D1C602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5254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3D1E-85DB-02EE-CB3A-C40A158C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6A15-E460-3218-5500-5D1FE35BD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51B41-E366-0862-B487-C837F978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8F703-AC8F-CFBB-143F-00853426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D893-1150-3A43-D3B1-41FC1151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4750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D69A-4CD7-F5A3-F884-82B54FE9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55DF-5CC3-FA2C-1112-090E8B02C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A2C1-B2D6-84AF-850E-8D6F0626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BF9D-3F20-8252-8842-89783A0D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E2F4-23E0-1A04-DE4D-9F0B84A5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6620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BE31-D3B7-107B-F0FF-7976A3D6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C7F2-6B42-C969-9BA3-BC5424B33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091F2-B087-1A88-2091-FDEE71ACB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EC44E-244C-0879-952C-D36A600B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D4B9F-10AB-40AF-D9E5-6351BFF3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09A1C-B31C-5D32-7E38-896287D1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1445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5E2E-0130-C927-FE27-6F532DD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FAE33-39C2-3481-F1BE-2128F1CF3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AB0C7-F5A5-6E38-D251-FA193B969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36387-9CB0-7406-03BC-5DD6ABB5D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71586-B2BD-CE1F-CACF-768705EAF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4C9AA-D114-DAF1-4994-20E13CAD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0B406-178D-15C9-D3D0-C6BA0B9A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FC747-C8B6-B63E-34F8-3391C40C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2166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EB81-B407-05EA-67DF-C3A8F5AB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2EBD5-0775-F5DA-CE44-96078118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111B8-B817-7A4C-4F49-5CDEDEE1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1CEDE-3FC5-C05B-F579-BB1F7143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0295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6D5C6-24CB-F456-21F9-98F853B83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B4440-86F1-C425-84AC-C372BFF5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9BA0F-3E9E-59D7-B83A-3B9F61AD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4735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E3BA-70DD-43D6-4884-D82E139D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8C156-0087-5872-B016-4BBA27E0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91F30-D7DA-C5B3-CC2F-962B52135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01AB5-EA10-5F82-6624-41AD9F01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0F781-C571-2A9C-FD00-91F97572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E21A5-844D-2B5B-4B0D-8433C835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1170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921F-7A25-3895-B0AA-CFAB233F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13A57-41F2-6493-0822-49A5FA772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00B74-D5A5-0523-A0F9-2CF412E7B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10B13-2D3D-C83C-21D7-2A592D5A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D96D2-8711-45BF-4F37-A8325CAA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9D28E-8075-0658-9D06-CFE1E442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2764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4EC4-1D32-E67E-2C74-990A8875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C1E02-1CCC-4310-8242-27BA7C1A6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AB640-EF0D-389F-9B3B-E2030782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9DD65-8A83-B206-5D1C-EAE467F0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806F-5362-AA64-FF8F-8FFBEC76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9891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AD582-AE70-F621-EDC9-80431E594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A3A2C-62B6-3898-DB5A-75363356A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C1491-C155-C216-6CA6-2B190FDB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84427-EE25-C3C4-DBA6-E112983E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6BF1-DCB3-508E-BEFE-A2D96271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492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530D6-E531-E556-451F-7C37E52A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CE309-3714-2CE0-F3B4-3C0B31ABD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FD725-A446-CB3E-445C-639C1E5DC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2722A-FC59-CC4B-B052-E530097D1C26}" type="datetimeFigureOut">
              <a:rPr lang="en-FR" smtClean="0"/>
              <a:t>06/01/2026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00AF8-DCFB-95FD-D6D6-E73777943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56AFB-40D5-55E1-B011-9393DE736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270A1-F3A2-074B-AF8D-3311E4DE737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1385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A63323-78BC-4C4C-6A58-83B2EBFAE7B7}"/>
              </a:ext>
            </a:extLst>
          </p:cNvPr>
          <p:cNvCxnSpPr>
            <a:cxnSpLocks/>
          </p:cNvCxnSpPr>
          <p:nvPr/>
        </p:nvCxnSpPr>
        <p:spPr>
          <a:xfrm>
            <a:off x="4881518" y="3580241"/>
            <a:ext cx="0" cy="47030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A71A794-5086-7143-F32F-657627570AB2}"/>
              </a:ext>
            </a:extLst>
          </p:cNvPr>
          <p:cNvSpPr txBox="1"/>
          <p:nvPr/>
        </p:nvSpPr>
        <p:spPr>
          <a:xfrm>
            <a:off x="3790948" y="3431755"/>
            <a:ext cx="981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i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DINO-v2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F93E0E-F81F-F223-0981-2DE51EB045AB}"/>
              </a:ext>
            </a:extLst>
          </p:cNvPr>
          <p:cNvSpPr/>
          <p:nvPr/>
        </p:nvSpPr>
        <p:spPr>
          <a:xfrm>
            <a:off x="4377528" y="4046705"/>
            <a:ext cx="1007980" cy="411795"/>
          </a:xfrm>
          <a:prstGeom prst="roundRect">
            <a:avLst>
              <a:gd name="adj" fmla="val 7773"/>
            </a:avLst>
          </a:prstGeom>
          <a:solidFill>
            <a:srgbClr val="1AA0E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Recurrent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Transformer</a:t>
            </a:r>
            <a:endParaRPr kumimoji="0" lang="en-F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10EF92-2733-CC61-EBC9-0E717C204FDF}"/>
              </a:ext>
            </a:extLst>
          </p:cNvPr>
          <p:cNvSpPr/>
          <p:nvPr/>
        </p:nvSpPr>
        <p:spPr>
          <a:xfrm>
            <a:off x="4712438" y="3492647"/>
            <a:ext cx="370598" cy="220612"/>
          </a:xfrm>
          <a:prstGeom prst="roundRect">
            <a:avLst/>
          </a:prstGeom>
          <a:solidFill>
            <a:srgbClr val="1AA0E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Enc</a:t>
            </a:r>
            <a:endParaRPr kumimoji="0" lang="en-FR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 descr="A person with a chain around his head&#10;&#10;AI-generated content may be incorrect.">
            <a:extLst>
              <a:ext uri="{FF2B5EF4-FFF2-40B4-BE49-F238E27FC236}">
                <a16:creationId xmlns:a16="http://schemas.microsoft.com/office/drawing/2014/main" id="{0D56EFF3-CCF2-28DF-1EE5-2B1C30520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52" y="1349916"/>
            <a:ext cx="2853848" cy="180544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B0771F-CC48-FEB6-F114-D0E9C0FE9328}"/>
              </a:ext>
            </a:extLst>
          </p:cNvPr>
          <p:cNvCxnSpPr>
            <a:cxnSpLocks/>
          </p:cNvCxnSpPr>
          <p:nvPr/>
        </p:nvCxnSpPr>
        <p:spPr>
          <a:xfrm>
            <a:off x="4881518" y="3022341"/>
            <a:ext cx="0" cy="47030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4258FE-2BBC-A608-DB93-AB0085EAF0C1}"/>
              </a:ext>
            </a:extLst>
          </p:cNvPr>
          <p:cNvCxnSpPr>
            <a:cxnSpLocks/>
          </p:cNvCxnSpPr>
          <p:nvPr/>
        </p:nvCxnSpPr>
        <p:spPr>
          <a:xfrm>
            <a:off x="4909950" y="4458500"/>
            <a:ext cx="0" cy="47030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C95B5F-24AB-38FC-556B-518273F480B3}"/>
              </a:ext>
            </a:extLst>
          </p:cNvPr>
          <p:cNvSpPr txBox="1"/>
          <p:nvPr/>
        </p:nvSpPr>
        <p:spPr>
          <a:xfrm>
            <a:off x="3879296" y="4928806"/>
            <a:ext cx="2036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i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Miracle </a:t>
            </a:r>
            <a:r>
              <a:rPr lang="fr-FR" sz="1600" i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happens</a:t>
            </a:r>
            <a:r>
              <a:rPr lang="fr-FR" sz="1600" i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i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here</a:t>
            </a:r>
            <a:endParaRPr lang="fr-FR" sz="1600" i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0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 Christian</dc:creator>
  <cp:lastModifiedBy>WOLF Christian</cp:lastModifiedBy>
  <cp:revision>1</cp:revision>
  <dcterms:created xsi:type="dcterms:W3CDTF">2026-01-06T18:45:06Z</dcterms:created>
  <dcterms:modified xsi:type="dcterms:W3CDTF">2026-01-06T18:47:30Z</dcterms:modified>
</cp:coreProperties>
</file>